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Causal F1 (%)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Gold spans (unweighted)</c:v>
                  </c:pt>
                  <c:pt idx="1">
                    <c:v>Raw text (unweighted)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45.33</c:v>
                </c:pt>
                <c:pt idx="1">
                  <c:v>0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Causal F1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P(Resistance = 1)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Observe PmrB = 1</c:v>
                  </c:pt>
                  <c:pt idx="2">
                    <c:v>Intervene do(PmrA = 1)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0.359</c:v>
                </c:pt>
                <c:pt idx="1">
                  <c:v>0.66</c:v>
                </c:pt>
                <c:pt idx="2">
                  <c:v>0.85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Probability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0"/>
            <a:ext cx="2194560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17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language model tell cause from correlation?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neuro-symbolic pipeline that reads scientific text, builds a causal graph, and answers intervention questions — Phase 1, Applied Machine Learning.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Text often describes association without establishing causation.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Separate causal-claim classification, relation extraction, and intervention reasoning.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 Project 1  ·  repository alpha-sml/causal-nlp-reasoning  ·  revision 971a8389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in the text is not a cause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that look similar but need different tools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mutation M often also show outcome Y. Does M cause Y — or does a hidden factor Z cause both?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33472" cy="1554480"/>
          </a:xfrm>
          <a:prstGeom prst="rect">
            <a:avLst/>
          </a:prstGeom>
          <a:solidFill>
            <a:srgbClr val="F4F6F8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73152" cy="15544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Observe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 | X): the chance of Y while merely watching X. Association, not action.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1920240"/>
            <a:ext cx="2633472" cy="1554480"/>
          </a:xfrm>
          <a:prstGeom prst="rect">
            <a:avLst/>
          </a:prstGeom>
          <a:solidFill>
            <a:srgbClr val="F4F6F8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1920240"/>
            <a:ext cx="73152" cy="15544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201168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Entail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8728" y="233172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Corr2Cause: does a causal claim follow from correlation / independence premises? Classification.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920240"/>
            <a:ext cx="2633472" cy="1554480"/>
          </a:xfrm>
          <a:prstGeom prst="rect">
            <a:avLst/>
          </a:prstGeom>
          <a:solidFill>
            <a:srgbClr val="F4F6F8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920240"/>
            <a:ext cx="73152" cy="15544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201168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Extract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45936" y="233172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BioCause: find a candidate cause → effect edge in biomedical text.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70264" y="1920240"/>
            <a:ext cx="2633472" cy="1554480"/>
          </a:xfrm>
          <a:prstGeom prst="rect">
            <a:avLst/>
          </a:prstGeom>
          <a:solidFill>
            <a:srgbClr val="F4F6F8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70264" y="1920240"/>
            <a:ext cx="73152" cy="15544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53144" y="201168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Intervene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53144" y="233172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 | do(X)): the effect of setting X, given a causal graph.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fourth is a causal question. Everything before it is a step toward it.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 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NLP mistakes come from answering question 1 and calling it question 4. The project keeps the steps separate on purpose.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text into a testable causal claim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proposes candidate relations; Stage 2 reasons over them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56816" cy="7315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text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05456" y="1600200"/>
            <a:ext cx="301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07208" y="1600200"/>
            <a:ext cx="1956816" cy="7315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07208" y="160020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relations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64024" y="1600200"/>
            <a:ext cx="301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65776" y="1600200"/>
            <a:ext cx="1956816" cy="7315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60020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graph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22592" y="1600200"/>
            <a:ext cx="301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24344" y="1600200"/>
            <a:ext cx="1956816" cy="7315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24344" y="160020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81160" y="1600200"/>
            <a:ext cx="301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82912" y="1600200"/>
            <a:ext cx="1956816" cy="7315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82912" y="160020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query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468880"/>
            <a:ext cx="4480560" cy="310896"/>
          </a:xfrm>
          <a:prstGeom prst="rect">
            <a:avLst/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6888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extract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0" y="2468880"/>
            <a:ext cx="6583680" cy="310896"/>
          </a:xfrm>
          <a:prstGeom prst="rect">
            <a:avLst/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468880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reason (graph + do-calculus)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017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datasets, two jobs.  </a:t>
            </a:r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Corr2Cause is used only for diagnostics (claim classification, imbalance, shortcuts). BioCause is the biomedical corpus for relation extraction and graph building. Their results are never pooled.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relations are candidate edges, not verified facts. </a:t>
            </a:r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makes the assumptions explicit; the Bayesian stage is synthetic and shows the mechanics of do-calculus, not biology.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892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extracted from text cannot by themselves answer causal questions.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17550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them into an explicit graph, then query it with do-calculus.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54589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us ask 'what if we act?' rather than only 'what do we see?'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finding: accuracy hides weak models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Corr2Cause · notebook figures from 01_eda.ipynb · train / validation / test</a:t>
            </a:r>
            <a:endParaRPr lang="en-US" sz="1200" dirty="0"/>
          </a:p>
        </p:txBody>
      </p:sp>
      <p:pic>
        <p:nvPicPr>
          <p:cNvPr id="4" name="Image 0" descr="/scratch/work/nbfigs/01_eda_c1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669280" cy="2153164"/>
          </a:xfrm>
          <a:prstGeom prst="rect">
            <a:avLst/>
          </a:prstGeom>
        </p:spPr>
      </p:pic>
      <p:pic>
        <p:nvPicPr>
          <p:cNvPr id="5" name="Image 1" descr="/scratch/work/nbfigs/01_eda_c25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94960" cy="21366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349300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figure · label counts and proportions per split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217920" y="34930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figure · label share per template (the child shortcut)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baseline: 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87.08% accuracy but Macro-F1 0.4655 (validation).  </a:t>
            </a:r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Depth-4 tree: 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83.18% / 0.5946.  </a:t>
            </a:r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template: 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entailed (177/177 refuted in validation).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44348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and template shortcuts can inflate apparent accuracy.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471830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label shares, majority baselines, and per-template behaviour on Corr2Cause.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500176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predicting 'no' already scores 87%; macro-F1 and template checks expose it.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real task: extract relations from BioCause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BioCause · group split by article ID · causal prevalence ≈ 1:15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583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463040"/>
                <a:gridCol w="137160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relations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Causal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206240" cy="2148840"/>
          </a:xfrm>
          <a:prstGeom prst="rect">
            <a:avLst/>
          </a:prstGeom>
          <a:solidFill>
            <a:srgbClr val="F4F6F8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evaluation settings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89520" y="1965960"/>
            <a:ext cx="3886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spans 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(Pathways 1–2): classify relations when entity spans are given.
</a:t>
            </a:r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(Pathway 3): full cascade with no spans — the realistic setting.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639312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NaCTeM ships 19 source articles as 198 section files; article IDs are filename prefixes, giving 20 groups (12/4/4). Split isolation is verified at prefix-group level; publication-level isolation is not fully verified.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43891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causal relations are sparse (about 1 in 15).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67258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article ID; score gold-span classification separately from raw text.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956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(852/852) is a gold-span property, not evidence about raw text.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result: models beat rules — and raw text fails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BioCause · notebook figure from AML_05.ipynb · held-out test (4 articles, 100 gold)</a:t>
            </a:r>
            <a:endParaRPr lang="en-US" sz="1200" dirty="0"/>
          </a:p>
        </p:txBody>
      </p:sp>
      <p:pic>
        <p:nvPicPr>
          <p:cNvPr id="4" name="Image 0" descr="/scratch/work/nbfigs/AML_AML_05_integration_evaluation_c1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498080" cy="24795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9319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figure · precision, recall, F1 by pathway, and absolute TP/FP (test split)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183880" y="1325880"/>
            <a:ext cx="3520440" cy="2880360"/>
          </a:xfrm>
          <a:prstGeom prst="rect">
            <a:avLst/>
          </a:prstGeom>
          <a:solidFill>
            <a:srgbClr val="F4F6F8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39328" y="142646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points (test)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39328" y="1737360"/>
            <a:ext cx="32461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1:2 — F1-optimal
</a:t>
            </a:r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59.09 · R 52.00 · F1 55.32
</a:t>
            </a:r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unweighted — graph feeder
</a:t>
            </a:r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68.00 · R 34.00 · F1 45.33
</a:t>
            </a:r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models — never averaged.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43891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plateau, and model settings trade precision against recall.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67258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rule baselines with two LR operating points, kept separate.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956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55.32% vs 40.74% hybrid (+14.58 pts, about 1.36×); raw text scores zero.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text scores zero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BioCause · held-out test · causal F1 (%) · new chart from AML_05 outputs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6400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9834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chart · built from AML_05 master benchmark + cascade cell (no notebook figure exists)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086600" y="1371600"/>
            <a:ext cx="4572000" cy="3566160"/>
          </a:xfrm>
          <a:prstGeom prst="rect">
            <a:avLst/>
          </a:prstGeom>
          <a:solidFill>
            <a:srgbClr val="F4F6F8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69480" y="14813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loss comes from (observed)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69480" y="1847088"/>
            <a:ext cx="4206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two settings (LR unweighted): 45.33% F1 with gold spans, 0% from raw text.
</a:t>
            </a:r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gold-span model (1:2) reaches 55.32%, but the cascade runs the unweighted model — so 45.33 → 0 is the like-for-like comparison.
</a:t>
            </a:r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test split, relaxed span F1 is 12.20% (all BioCause spans) and 15.38% (conventional entities). Entity detection is an observed bottleneck; an ablation is needed to isolate it as the cause of the 0%.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5303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works far better with correct spans than end-to-end.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55686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 </a:t>
            </a:r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same unweighted model: 45.33% vs 0.00% F1.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583387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recovery is an observed bottleneck; an ablation is needed to isolate it.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graph is not a correct graph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BioCause · notebook figure from AML_04.ipynb · edge scores from the test split</a:t>
            </a:r>
            <a:endParaRPr lang="en-US" sz="1200" dirty="0"/>
          </a:p>
        </p:txBody>
      </p:sp>
      <p:pic>
        <p:nvPicPr>
          <p:cNvPr id="4" name="Image 0" descr="/scratch/work/nbfigs/AML_AML_04_classical_classifier_c2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675120" cy="22766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0332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figure · cycle-breaking audit: cyclic graph → guaranteed DAG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406640" y="1371600"/>
            <a:ext cx="4297680" cy="3063240"/>
          </a:xfrm>
          <a:prstGeom prst="rect">
            <a:avLst/>
          </a:prstGeom>
          <a:solidFill>
            <a:srgbClr val="F4F6F8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4813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≠ correct, or complete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89520" y="1828800"/>
            <a:ext cx="3977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(PMC2714965)
</a:t>
            </a:r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100.00 · R 27.27 — 6 predicted vs 22 gold edges.
</a:t>
            </a:r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Corpus-wide (4 articles)
</a:t>
            </a:r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68.00 · R 34.00 — 50 predicted vs 100 gold.
</a:t>
            </a:r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guarantees acyclicity, not that each edge is true.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can be acyclic yet still wrong or incomplete.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8554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predicted edges with gold; separate validity from edge accuracy.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1389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low (27.27% case, 34% corpus): careful but incomplete.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is not intervention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BioCause · synthetic Bayesian network · P(Resistance = 1) · new chart from AML_04/AML_05 outputs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400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834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chart · BN query outputs (no notebook figure exists); CPDs are synthetic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223760" y="1371600"/>
            <a:ext cx="4434840" cy="3566160"/>
          </a:xfrm>
          <a:prstGeom prst="rect">
            <a:avLst/>
          </a:prstGeom>
          <a:solidFill>
            <a:srgbClr val="F4F6F8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06640" y="14813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synthetic CPDs, three queries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0" y="1847088"/>
            <a:ext cx="40690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queries: baseline P(Res=1) = 0.359; observing the sensor P(Res=1 | PmrB=1) = 0.660; intervening on the regulator P(Res=1 | do(PmrA=1)) = 0.850.
</a:t>
            </a:r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differ in both the variable and the type of query (observe vs act), so their gap alone does not establish confounding. A same-variable P(Y|X) vs P(Y|do(X)) comparison would be needed — the notebook does not compute one.
</a:t>
            </a:r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CPDs are synthetic: this illustrates do-calculus mechanics, not measured biological effects.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5303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a variable and setting it answer different questions.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556869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 </a:t>
            </a:r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Bayesian-network query mechanics with explicitly synthetic CPDs.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583387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gap alone does not establish confounding; no same-variable query is computed.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close the raw-text gap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planned, not yet implemented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3017520"/>
          </a:xfrm>
          <a:prstGeom prst="rect">
            <a:avLst/>
          </a:prstGeom>
          <a:solidFill>
            <a:srgbClr val="F4F6F8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transformer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compact BERT-family model on BioCause to tag biomedical spans and relations.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3017520"/>
          </a:xfrm>
          <a:prstGeom prst="rect">
            <a:avLst/>
          </a:prstGeom>
          <a:solidFill>
            <a:srgbClr val="F4F6F8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737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9260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entity detection from relation classification to confirm where the 0% comes from.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3017520"/>
          </a:xfrm>
          <a:prstGeom prst="rect">
            <a:avLst/>
          </a:prstGeom>
          <a:solidFill>
            <a:srgbClr val="F4F6F8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737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symbolic stage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29260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transformer predictions into the existing graph compiler and Bayesian-network stage.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 raw-text score is not yet attributed to a single cause.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99262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transformer extraction and controlled ablations; keep the symbolic stage.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5276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 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is planned, not implemented; it plugs into the existing graph compiler and Bayesian-network stage.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and repository revision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traced to a notebook figure or output cell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
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alpha-sml/causal-nlp-reasoning — revision 971a8389 (verified)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figures reused directly
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01_eda.ipynb — label counts/proportions; template × label (slides 4)
AML_05.ipynb — pathway comparison (slide 6)
AML_04.ipynb — cycle-breaking audit (slide 8)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created from notebook outputs
</a:t>
            </a:r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Gold-span vs raw-text F1 (slide 7); observation vs intervention (slide 9). CPDs synthetic and labelled.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 — Neuro-Symbolic Causal Inference</dc:title>
  <dc:subject>PptxGenJS Presentation</dc:subject>
  <dc:creator>PptxGenJS</dc:creator>
  <cp:lastModifiedBy>PptxGenJS</cp:lastModifiedBy>
  <cp:revision>1</cp:revision>
  <dcterms:created xsi:type="dcterms:W3CDTF">2026-10-26T13:51:06Z</dcterms:created>
  <dcterms:modified xsi:type="dcterms:W3CDTF">2026-10-26T13:51:06Z</dcterms:modified>
</cp:coreProperties>
</file>